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CAPTAIN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BOOT CAMP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2286000" cy="91440"/>
          </a:xfrm>
          <a:prstGeom prst="rect">
            <a:avLst/>
          </a:prstGeom>
          <a:solidFill>
            <a:srgbClr val="CE8E31"/>
          </a:solidFill>
          <a:ln w="12700">
            <a:solidFill>
              <a:srgbClr val="CE8E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weeks. One plan. Each Captain with Christ at the center.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in the LORD with all your heart, and lean not on your own understanding."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Proverbs 3:5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at the center. The captain in command.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chatbot bootcamp. It is leadership formation that uses AI as a tool — and refuses to let the tool steer the ship.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66160" cy="25603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108960"/>
            <a:ext cx="7315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Husband, father, brother. Tools serve the home; they never compete with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108960"/>
            <a:ext cx="3566160" cy="25603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108960"/>
            <a:ext cx="7315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founder, steward of time. Leverage as a tithe of time, not a brag.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566160" cy="25603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3108960"/>
            <a:ext cx="7315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MINISTRY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3749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Captain, servant, multiplier. Train the next captain (2 Timothy 2:2).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weeks. One captain.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85216" y="2286000"/>
            <a:ext cx="265176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0"/>
            <a:ext cx="265176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Habakkuk 2:2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4136" y="2286000"/>
            <a:ext cx="265176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2286000"/>
            <a:ext cx="2651760" cy="54864"/>
          </a:xfrm>
          <a:prstGeom prst="rect">
            <a:avLst/>
          </a:prstGeom>
          <a:solidFill>
            <a:srgbClr val="E89B47"/>
          </a:solidFill>
          <a:ln w="12700">
            <a:solidFill>
              <a:srgbClr val="E89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11296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11296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Corinthians 6:19-20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2286000"/>
            <a:ext cx="265176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2286000"/>
            <a:ext cx="2651760" cy="54864"/>
          </a:xfrm>
          <a:prstGeom prst="rect">
            <a:avLst/>
          </a:prstGeom>
          <a:solidFill>
            <a:srgbClr val="6BA368"/>
          </a:solidFill>
          <a:ln w="12700">
            <a:solidFill>
              <a:srgbClr val="6BA3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A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0216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1:8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51976" y="2286000"/>
            <a:ext cx="265176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1976" y="2286000"/>
            <a:ext cx="2651760" cy="54864"/>
          </a:xfrm>
          <a:prstGeom prst="rect">
            <a:avLst/>
          </a:prstGeom>
          <a:solidFill>
            <a:srgbClr val="4A7BA6"/>
          </a:solidFill>
          <a:ln w="12700">
            <a:solidFill>
              <a:srgbClr val="4A7B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9136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89136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89136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Ephesians 5:25-28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" y="4160520"/>
            <a:ext cx="361188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" y="4160520"/>
            <a:ext cx="3611880" cy="54864"/>
          </a:xfrm>
          <a:prstGeom prst="rect">
            <a:avLst/>
          </a:prstGeom>
          <a:solidFill>
            <a:srgbClr val="8B5FBF"/>
          </a:solidFill>
          <a:ln w="12700">
            <a:solidFill>
              <a:srgbClr val="8B5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4297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" y="4572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" y="5486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Deuteronomy 6:6-7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88536" y="4160520"/>
            <a:ext cx="361188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88536" y="4160520"/>
            <a:ext cx="3611880" cy="54864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5696" y="4297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25696" y="4572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425696" y="5486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3:10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65008" y="4160520"/>
            <a:ext cx="361188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4160520"/>
            <a:ext cx="3611880" cy="54864"/>
          </a:xfrm>
          <a:prstGeom prst="rect">
            <a:avLst/>
          </a:prstGeom>
          <a:solidFill>
            <a:srgbClr val="557C99"/>
          </a:solidFill>
          <a:ln w="12700">
            <a:solidFill>
              <a:srgbClr val="557C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4297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02168" y="45720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SABBATH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02168" y="5486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Exodus 20:8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vision plain. AI drafts; the captain decides where he's going.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Habakkuk 2:2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AI Charter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lines. What AI is for. What it never replaces.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Habakkuk 2:2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5-Year Captain's Vision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each: marriage, fathering, body, money, spirit.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Habakkuk 2:2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Tool Stack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tools from the Compass. One line of purpose each.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Habakkuk 2:2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Vision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9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E89B47"/>
          </a:solidFill>
          <a:ln w="12700">
            <a:solidFill>
              <a:srgbClr val="E89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the temple. The captain trains the body that carries the load.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Corinthians 6:19-20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Movement Practice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strength + 2x walking. On the calendar. Not a wish.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E89B47"/>
          </a:solidFill>
          <a:ln w="12700">
            <a:solidFill>
              <a:srgbClr val="E89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Corinthians 6:19-20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Captain's Meal Plan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Protein-forward one-week plan. AI drafts. Shopper collaborates.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E89B47"/>
          </a:solidFill>
          <a:ln w="12700">
            <a:solidFill>
              <a:srgbClr val="E89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Corinthians 6:19-20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5-Night Sleep Audit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5 nights. AI summarizes. Fix one variable next week.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E89B47"/>
          </a:solidFill>
          <a:ln w="12700">
            <a:solidFill>
              <a:srgbClr val="E89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Corinthians 6:19-20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Body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BA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6BA368"/>
          </a:solidFill>
          <a:ln w="12700">
            <a:solidFill>
              <a:srgbClr val="6BA3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with God. The captain's command flows from his communion.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1:8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A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Scripture Study, You Lead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study partner. Not a commentary. Not a pastor.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6BA368"/>
          </a:solidFill>
          <a:ln w="12700">
            <a:solidFill>
              <a:srgbClr val="6BA3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1:8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A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Devotion Generator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Friday-night devo, built from a sermon. 10 minutes.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6BA368"/>
          </a:solidFill>
          <a:ln w="12700">
            <a:solidFill>
              <a:srgbClr val="6BA3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1:8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A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 Notes → Captain's Actions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from a sermon you sat under. Do one today.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6BA368"/>
          </a:solidFill>
          <a:ln w="12700">
            <a:solidFill>
              <a:srgbClr val="6BA3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1:8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Spiritual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HUSBANDING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4A7BA6"/>
          </a:solidFill>
          <a:ln w="12700">
            <a:solidFill>
              <a:srgbClr val="4A7B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love. The captain's first crew is one woman.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Ephesians 5:25-28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Wife Audit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look at how you've actually been showing up.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4A7BA6"/>
          </a:solidFill>
          <a:ln w="12700">
            <a:solidFill>
              <a:srgbClr val="4A7B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Ephesians 5:25-28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One Hard Conversation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prepares the captain. The captain shows up.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4A7BA6"/>
          </a:solidFill>
          <a:ln w="12700">
            <a:solidFill>
              <a:srgbClr val="4A7B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Ephesians 5:25-28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to Your Wife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AI polishes grammar. You sign. You hand it over.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4A7BA6"/>
          </a:solidFill>
          <a:ln w="12700">
            <a:solidFill>
              <a:srgbClr val="4A7B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Ephesians 5:25-28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Husbanding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FATHERING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8B5FBF"/>
          </a:solidFill>
          <a:ln w="12700">
            <a:solidFill>
              <a:srgbClr val="8B5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up your children. AI assists; the captain disciples.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Deuteronomy 6:6-7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for the Dinner Table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tonight. Listen. Don't fix.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8B5FBF"/>
          </a:solidFill>
          <a:ln w="12700">
            <a:solidFill>
              <a:srgbClr val="8B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Deuteronomy 6:6-7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Family Rhythm Asset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thing on the fridge by Friday.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8B5FBF"/>
          </a:solidFill>
          <a:ln w="12700">
            <a:solidFill>
              <a:srgbClr val="8B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Deuteronomy 6:6-7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Family AI Policy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kids. What AI is for. What it never replaces.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8B5FBF"/>
          </a:solidFill>
          <a:ln w="12700">
            <a:solidFill>
              <a:srgbClr val="8B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Deuteronomy 6:6-7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Fathering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of the storehouse. Tithe first, then everything else.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3:10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Tithe-First Budget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(10%+) is line one. Everything else fits underneath.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3:10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Audit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recurring charge. Keep / kill / downgrade.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3:10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Plan Starter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Will, beneficiaries, instructions to family. AI drafts. Lawyer signs.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3:10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Finance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5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SABBATH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828800" cy="73152"/>
          </a:xfrm>
          <a:prstGeom prst="rect">
            <a:avLst/>
          </a:prstGeom>
          <a:solidFill>
            <a:srgbClr val="557C99"/>
          </a:solidFill>
          <a:ln w="12700">
            <a:solidFill>
              <a:srgbClr val="557C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captain rests. The crew sees a man who isn't running on fumes.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Exodus 20:8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5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Sabbath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disconnect protocol. Commit on paper.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557C99"/>
          </a:solidFill>
          <a:ln w="12700">
            <a:solidFill>
              <a:srgbClr val="557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Exodus 20:8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 · Task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5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Captain's Audit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week with AI. Pick ONE anchor for next week.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557C99"/>
          </a:solidFill>
          <a:ln w="12700">
            <a:solidFill>
              <a:srgbClr val="557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Exodus 20:8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 · Task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5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One Person One Thing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one brother through one thing. Watch him do it once.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3017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73152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minutes. Open the task PDF. Run the checklist. Ship the artifact. React in the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drafts. The captain decides.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3017520"/>
          </a:xfrm>
          <a:prstGeom prst="rect">
            <a:avLst/>
          </a:prstGeom>
          <a:solidFill>
            <a:srgbClr val="557C99"/>
          </a:solidFill>
          <a:ln w="12700">
            <a:solidFill>
              <a:srgbClr val="557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ANCHOR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4434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Exodus 20:8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at the open and the close.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Sabbath · Task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DEPTH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Captain's Drills.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micro-prompts. One per day. Sundays are Sabbath — drill off.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2743200"/>
            <a:ext cx="265176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743200"/>
            <a:ext cx="54864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4136" y="2743200"/>
            <a:ext cx="265176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2743200"/>
            <a:ext cx="54864" cy="1371600"/>
          </a:xfrm>
          <a:prstGeom prst="rect">
            <a:avLst/>
          </a:prstGeom>
          <a:solidFill>
            <a:srgbClr val="E89B47"/>
          </a:solidFill>
          <a:ln w="12700">
            <a:solidFill>
              <a:srgbClr val="E89B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9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7016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57016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2743200"/>
            <a:ext cx="265176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2743200"/>
            <a:ext cx="54864" cy="1371600"/>
          </a:xfrm>
          <a:prstGeom prst="rect">
            <a:avLst/>
          </a:prstGeom>
          <a:solidFill>
            <a:srgbClr val="6BA368"/>
          </a:solidFill>
          <a:ln w="12700">
            <a:solidFill>
              <a:srgbClr val="6BA3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A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5936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5936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51976" y="2743200"/>
            <a:ext cx="265176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51976" y="2743200"/>
            <a:ext cx="54864" cy="1371600"/>
          </a:xfrm>
          <a:prstGeom prst="rect">
            <a:avLst/>
          </a:prstGeom>
          <a:solidFill>
            <a:srgbClr val="4A7BA6"/>
          </a:solidFill>
          <a:ln w="12700">
            <a:solidFill>
              <a:srgbClr val="4A7B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34856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34856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34856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" y="4297680"/>
            <a:ext cx="361188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4297680"/>
            <a:ext cx="54864" cy="1371600"/>
          </a:xfrm>
          <a:prstGeom prst="rect">
            <a:avLst/>
          </a:prstGeom>
          <a:solidFill>
            <a:srgbClr val="8B5FBF"/>
          </a:solidFill>
          <a:ln w="12700">
            <a:solidFill>
              <a:srgbClr val="8B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4434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" y="4754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Fathering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4944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88536" y="4297680"/>
            <a:ext cx="361188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88536" y="4297680"/>
            <a:ext cx="54864" cy="13716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71416" y="4434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71416" y="4754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471416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65008" y="4297680"/>
            <a:ext cx="361188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65008" y="4297680"/>
            <a:ext cx="54864" cy="1371600"/>
          </a:xfrm>
          <a:prstGeom prst="rect">
            <a:avLst/>
          </a:prstGeom>
          <a:solidFill>
            <a:srgbClr val="557C99"/>
          </a:solidFill>
          <a:ln w="12700">
            <a:solidFill>
              <a:srgbClr val="557C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4434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47888" y="4754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Sabbath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47888" y="5212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drills · 1 Sabbath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Captain's Drills · Optional depth track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ARTIFACT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Captain's Charter.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on Week 7. Post the screenshot in the channel. Hand it to the brother you taught.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73152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FAMILY CAPTAIN, I WILL: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02336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52628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02920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53212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FAMILY CAPTAIN, I WILL NOT: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352044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02336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52628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502920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553212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Captain's Charter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00232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one brother through one thing.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2286000" cy="73152"/>
          </a:xfrm>
          <a:prstGeom prst="rect">
            <a:avLst/>
          </a:prstGeom>
          <a:solidFill>
            <a:srgbClr val="CE8E31"/>
          </a:solidFill>
          <a:ln w="12700">
            <a:solidFill>
              <a:srgbClr val="CE8E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 what you have heard from me… entrust to faithful men, who will be able to teach others also."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Timothy 2:2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8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family-captain.html · The Family Captain AI Boot Camp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Family Captain AI Boot Camp — 7-Week Deck</dc:title>
  <dc:subject>PptxGenJS Presentation</dc:subject>
  <dc:creator>The Family Captain</dc:creator>
  <cp:lastModifiedBy>The Family Captain</cp:lastModifiedBy>
  <cp:revision>1</cp:revision>
  <dcterms:created xsi:type="dcterms:W3CDTF">2026-05-14T16:57:08Z</dcterms:created>
  <dcterms:modified xsi:type="dcterms:W3CDTF">2026-05-14T16:57:08Z</dcterms:modified>
</cp:coreProperties>
</file>