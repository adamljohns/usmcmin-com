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CAPTAIN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286000" cy="91440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weeks. One plan. Each Captain with Christ at the center.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"Trust in the LORD with all your heart, and lean not on your own understanding."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Proverbs 3:5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bootcamp. It is leadership formation that uses AI as a tool — and refuses to let the tool steer the ship.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brother. Tools serve the home; they never compete with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founder, steward of time. Leverage as a tithe of time, not a brag.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3108960"/>
            <a:ext cx="356616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3108960"/>
            <a:ext cx="7315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3291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MINISTRY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0" y="37490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Captain, servant, multiplier. Train the next captain (2 Timothy 2:2).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weeks. One captain.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8521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0"/>
            <a:ext cx="265176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2237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413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2286000"/>
            <a:ext cx="2651760" cy="54864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1129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1129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2286000"/>
            <a:ext cx="2651760" cy="54864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021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021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021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51976" y="2286000"/>
            <a:ext cx="265176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51976" y="2286000"/>
            <a:ext cx="2651760" cy="54864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89136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89136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064" y="4160520"/>
            <a:ext cx="3611880" cy="54864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9224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88536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88536" y="4160520"/>
            <a:ext cx="3611880" cy="54864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5696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25696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425696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65008" y="4160520"/>
            <a:ext cx="3611880" cy="16916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65008" y="4160520"/>
            <a:ext cx="3611880" cy="54864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02168" y="429768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02168" y="4572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202168" y="54864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vision plain. AI drafts; the captain decides where he's going.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AI Charter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5-Year Captain's 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paragraph each: marriage, fathering, body, money, spirit.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Tool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tools from the Compass. One line of purpose each.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Habakkuk 2:2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Vision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the temple. The captain trains the body that carries the load.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Movement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strength + 2x walking. On the calendar. Not a wish.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Meal 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Protein-forward one-week plan. AI drafts. Shopper collaborates.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5-Night Sleep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5 nights. AI summarizes. Fix one variable next week.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Corinthians 6:19-20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Body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with God. The captain's command flows from his communion.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Scripture Study, You Lead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a study partner. Not a commentary. Not a pastor.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Devotion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Friday-night devo, built from a sermon. 10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Sermon Notes → Captain's Actions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 from a sermon you sat under. Do one today.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1:8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Spiritual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love. The captain's first crew is one woman.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5-Minute Wife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look at how you've actually been showing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 the captain. The captain shows up.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to Your Wife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AI polishes grammar. You sign. You hand it over.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Ephesians 5:25-28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Husbanding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up your children. AI assists; the captain disciples.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Questions for the Dinner Table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tonight. Listen. Don't fix.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Family Rhythm Asset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concrete thing on the fridge by Friday.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the kids. What AI is for. What it never replaces.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Deuteronomy 6:6-7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Fathering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of the storehouse. Tithe first, then everything else.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Tithe-First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(10%+) is line one. Everything else fits underneath.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recurring charge. Keep / kill / downgrade.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Plan Starter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Will, beneficiaries, instructions to family. AI drafts. Lawyer signs.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3:10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Finance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1828800" cy="73152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rests. The crew sees a man who isn't running on fumes.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Sabbath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disconnect protocol. Commit on paper.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 Captain's Audit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 with AI. Pick ONE anchor for next week.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TASK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 One Thing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 Watch him do it once.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5486400" cy="30175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91840"/>
            <a:ext cx="73152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minutes. Open the task PDF. Run the checklist. Ship the artifact. React in the channel.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669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291840"/>
            <a:ext cx="5394960" cy="301752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3520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46520" y="44348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Exodus 20:8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 at the open and the close.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Sabbath · Task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Captain's Drills.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90-second micro-prompts. One per day. Sundays are Sabbath — drill off.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8521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743200"/>
            <a:ext cx="54864" cy="13716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09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809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2743200"/>
            <a:ext cx="54864" cy="1371600"/>
          </a:xfrm>
          <a:prstGeom prst="rect">
            <a:avLst/>
          </a:prstGeom>
          <a:solidFill>
            <a:srgbClr val="E89B47"/>
          </a:solidFill>
          <a:ln w="12700">
            <a:solidFill>
              <a:srgbClr val="E89B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701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9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5701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5701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6305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2743200"/>
            <a:ext cx="54864" cy="1371600"/>
          </a:xfrm>
          <a:prstGeom prst="rect">
            <a:avLst/>
          </a:prstGeom>
          <a:solidFill>
            <a:srgbClr val="6BA368"/>
          </a:solidFill>
          <a:ln w="12700">
            <a:solidFill>
              <a:srgbClr val="6BA3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A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4593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593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51976" y="2743200"/>
            <a:ext cx="265176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976" y="2743200"/>
            <a:ext cx="54864" cy="1371600"/>
          </a:xfrm>
          <a:prstGeom prst="rect">
            <a:avLst/>
          </a:prstGeom>
          <a:solidFill>
            <a:srgbClr val="4A7BA6"/>
          </a:solidFill>
          <a:ln w="12700">
            <a:solidFill>
              <a:srgbClr val="4A7B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34856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34856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34856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4297680"/>
            <a:ext cx="54864" cy="1371600"/>
          </a:xfrm>
          <a:prstGeom prst="rect">
            <a:avLst/>
          </a:prstGeom>
          <a:solidFill>
            <a:srgbClr val="8B5FBF"/>
          </a:solidFill>
          <a:ln w="12700">
            <a:solidFill>
              <a:srgbClr val="8B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4944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88536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88536" y="4297680"/>
            <a:ext cx="54864" cy="1371600"/>
          </a:xfrm>
          <a:prstGeom prst="rect">
            <a:avLst/>
          </a:prstGeom>
          <a:solidFill>
            <a:srgbClr val="D4A574"/>
          </a:solidFill>
          <a:ln w="12700">
            <a:solidFill>
              <a:srgbClr val="D4A5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71416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71416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471416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65008" y="4297680"/>
            <a:ext cx="3611880" cy="137160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5008" y="4297680"/>
            <a:ext cx="54864" cy="1371600"/>
          </a:xfrm>
          <a:prstGeom prst="rect">
            <a:avLst/>
          </a:prstGeom>
          <a:solidFill>
            <a:srgbClr val="557C99"/>
          </a:solidFill>
          <a:ln w="12700">
            <a:solidFill>
              <a:srgbClr val="557C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47888" y="4434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47888" y="4754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Sabbath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47888" y="5212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drills · 1 Sabbath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· Optional depth track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ARTIFACT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on Week 7. Post the screenshot in the channel. Hand it to the brother you taught.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32918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43200"/>
            <a:ext cx="73152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2743200"/>
            <a:ext cx="53949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FAMILY CAPTAIN, I WILL NOT: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46520" y="352044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02336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452628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502920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5532120"/>
            <a:ext cx="5029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00232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brother through one thing.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0"/>
            <a:ext cx="2286000" cy="73152"/>
          </a:xfrm>
          <a:prstGeom prst="rect">
            <a:avLst/>
          </a:prstGeom>
          <a:solidFill>
            <a:srgbClr val="CE8E31"/>
          </a:solidFill>
          <a:ln w="12700">
            <a:solidFill>
              <a:srgbClr val="CE8E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what you have heard from me… entrust to faithful men, who will be able to teach others also."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Timothy 2:2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E8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family-captain.html · The Family Captain AI Boot Camp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Family Captain AI Boot Camp — 7-Week Deck</dc:title>
  <dc:subject>PptxGenJS Presentation</dc:subject>
  <dc:creator>The Family Captain</dc:creator>
  <cp:lastModifiedBy>The Family Captain</cp:lastModifiedBy>
  <cp:revision>1</cp:revision>
  <dcterms:created xsi:type="dcterms:W3CDTF">2026-05-27T01:01:03Z</dcterms:created>
  <dcterms:modified xsi:type="dcterms:W3CDTF">2026-05-27T01:01:03Z</dcterms:modified>
</cp:coreProperties>
</file>