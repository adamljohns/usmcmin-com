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with: 'This isn't a chatbot bootcamp. We're building a man.' Establish that the goal is leadership formation, not technical AI mastery. Reference the existing 'When I Pass' bootcamp as the format precedent.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 hard: 'AI on the bridge as a trusted aide.' Three theaters of operation: home, business, ministry. The captain is the throughline. The mission is leadership formation through disciplined AI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seven non-negotiables. Tiered autonomy is the most important — it shows up every week. Drafting vs. execution is the second most important — it's the guardrail that keeps captains from autopiloting.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cadence: tasks drop Mon/Wed/Fri. Heartbeat posts run alongside. Sundays are off — sabbath posture is part of the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Tone is everything. The reference bootcamp ('When I Pass') has a brotherly captain voice — direct, gentle, dry humor. The lexicon is already in use by the community. Don't invent new words; use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Week 1 by stressing: this is a charter week. We're building guardrails before we touch the throttle. Most bootcamps skip this — that's why their graduates burn out or autopilot.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 talk: 25 minutes per task. Three tasks total. The bootcamp post is the home base; tasks live there with comments. Heartbeat posts run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 is the highest-leverage week. The morning anchor and tiered autonomy framework will outlast every model in this bootcamp. Reinforce: AI fits inside the rhythm; it does not become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extra time on tiered autonomy — this is the framework that protects captains from drifting into autopilot. Everything in Weeks 4 and 5 builds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 week is where some captains hesitate. Lean into it. The Family AI Policy is the single highest-impact artifact in the bootcamp because it covenants the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AI prepares the captain. The captain shows up. Don't hide behind the tool. The Family AI Policy is Joshua 24:15 in 2026 form. Frame it as a covenant, not a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 drafting vs. execution. The hour audit is real but secondary to the sensitivity question: anything touching money, access, or another person's wellbeing stays on the bridge.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Anti-pattern to call out: hours bought back that don't land somewhere meaningful. Make captains say where the hours go: wife, kids, church, neighbor. Leverage is a tithe of time, not a brag.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week. The multiplication test is the one most captains skip. Don't let them. The chain breaks if Phase 1 graduates don't teach Phase 1.5.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strong. The Captain's Charter is the commissioning artifact. Make sure cohort hosts collect screenshots — they're the cleanest proxy for completion.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Captain's Drills are optional. They're for depth-seekers. Don't pressure cohort completion of these — they're a bonus track. The 15 main tasks are the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Heartbeat posts are NOT the curriculum. They are the rhythm — the things that drop into the Telegram channel feed alongside the pinned bootcamp index. Every one ends with a question to drive comments in the linked discussion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usmcmin.org is the front door, not the curriculum. The page degrades gracefully — read-only display works without a backend. Webhook activates progress tracking once user picks a data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explicit: Phase 2 is held, not built. The certs are recommendations for graduates who want to go further — not requirements for Phase 1 completion. Affiliate links are user-supplied; preserve.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continuation rhythm prevents the Day-35 cliff. Most cohort programs lose 70%+ of graduates inside 90 days. Two heartbeat posts + one live call holds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Charter is the bootcamp's deliverable. If a captain doesn't sign and post, you don't have a graduate. Make this visible all 5 weeks; reference it from Week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commissioning. The cohort is being sent, not graduated. End with the question: who's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Boot Camp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weeks · 15 tasks · one captain · Christ-centered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6035040"/>
            <a:ext cx="10515600" cy="13716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at the center. The captain in command.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7132320" cy="411480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Christian husbands, fathers, and leaders to use AI — Claude and Cowork primary — as disciplined adjutants for life at home, in business, and in ministry.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autopilots. Not toys. AI on the bridge as a trusted aide.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955280" y="2194560"/>
            <a:ext cx="37490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0" y="2286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13816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Husband. Father. Brother.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55280" y="3474720"/>
            <a:ext cx="37490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3566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3816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founder. Steward.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0" y="4754880"/>
            <a:ext cx="37490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4846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138160" y="5303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Captain. Servant.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 of the bootcamp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first, tools second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 opens and closes in Scripture.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08660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autonomy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Informational. Contextual. Sensitive.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vs. execution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mindset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660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ships an artifact.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and ROI over novelty.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370332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08660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 actions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beats perfect.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3444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4892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next captain.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weeks. 15 tasks. One captain.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55264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06624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06624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504688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56048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54112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5472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05472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Ministry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03536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54896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54896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&amp; Multiplication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65760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tasks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008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week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65760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min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48056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65760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drills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832104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&amp; LEXICON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Brotherly captain-to-captain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Peer, not preacher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15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Direct, simple, second person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099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Gentle where it matters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4838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Permission for dry humor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867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Spirit woven, not stacked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Comments invite engagement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/ Family Captain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his home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7157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actions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0" y="2715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deeds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09981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 / log / charter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0" y="309981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metaphor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34838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list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34838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action rhythm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8679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86791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Planning Ministry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 actions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beats perfect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Foundations: The Captain's Mindset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man uses AI matters more than which model he picks.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AI Charter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Line — Stewardship vs. Dependence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Tool Stack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Proverbs 3:5–6 — Trust in the Lord. Lean not on your own understanding (or your tools).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Your AI Charter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lines. Saved. Visible.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AI for in your life? What is it not for? Save it. Post one 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Draw the Line — Stewardship vs. Dependence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replaces nothing the Lord gave you.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3 places AI could replace prayer / Scripture / wise counsel. Write a guardrail for each.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Your One-Page Tool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tools max. One line each.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ChatGPT, Gemini, Grok, Whisper. Empty rows are honest.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Operating System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has a daily rhythm. AI runs alongside it, not over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5-Minute Morning Anchor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with Voice (Whisper)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Your Tasks — Tiered Autonomy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 90:12 — Teach us to number our days, that we may apply our hearts unto wisdom.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5-Minute Morning Anchor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prompt. Used daily.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calendar + 3 priorities + a verse. Output: 5-line plan you can read in 30 seconds.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Capture with Voice — Whisper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80% of your ideas.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3 min → Whisper → Claude pulls 3 actions → send 1 to your wife or a brother.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Tag Your Tasks — Tiered Autonomy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framework.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recurring tasks. Tag each: informational / contextual / sensitive. Sensitive never auto-executes.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Husband, Father, Brother: At Home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serve the home. They never compete with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One Hard Conversation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Family Rhythm Asset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Family AI Policy (Together)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24:15 — As for me and my house, we will serve the Lord.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Prep One Hard Conversation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prepares. The captain shows up.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to clarify and anticipate. Then have the conversation. Phone face-down.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a Family Rhythm Asset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on the fridge by Friday.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plan, chore rotation, family devotion track, or kids' reading list. Print it. Stick 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Your Family AI Policy (Together)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 with your wife. 5 rules.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AI is on / off, what kids see, adults-only zones, never-asked-of-AI. Sign it. Post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Business, Ministry &amp; Community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 mode is where leverage lives. Use it carefully.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Back 5 Hours This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Ministry Workflow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3 Best Prompts as Skills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Colossians 3:23 — Whatever you do, work as for the Lord, and not for men.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Ministry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Buy Back 5 Hours This Month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only. You press send.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hour/week. Build a Cowork workflow. Constraint: drafts only. No autosend.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One Ministry Workflow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Sermon prep, study, outreach, follow-up.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workflow you'd use again Sunday. Strip AI fingerprint phrases. Sound like you.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Save Your 3 Best Prompts as Skills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don't rewrite weekly.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as Claude Skills, GPTs, or prompts.md. Name them like a captain — clear, terse, useful.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Mastery, Stewardship &amp; Multiplication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durable systems. Train the next captain.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Cost &amp; Trap Audit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One Person, This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Captain's Charter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Timothy 2:2 — Entrust to faithful men who will be able to teach others.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&amp; Multiplication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Run a Cost &amp; Trap Audit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tells the truth about priorities.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subscriptions + API. Pick 1 optimization. Run 3 trap tests. Note where the model lied confidently.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Teach One Person, This Week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of it. One thing. Smallest faithful thing.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name. Teach. Make them do it once with you watching. Post their first name in comments.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Your Captain's Charter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Three sections. Sign it.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· Systems · Multiplication plan. Sign. Date. Post the screenshot. Captain commissioned.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DEPTH TRACK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Drills — 35 micro-prompts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20624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seconds each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your week is full. The drill is the rep, not the workout.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 drills per week × 5 weeks = 35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Sundays are sabbath — drill off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023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Tracker grid in the workbook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 depth-seekers only — never required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EXAMPLE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(Week 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9260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three models with the same question. Compare. Pick the one that earned its keep."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83680" y="5029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seconds. Done. Onward.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RHYTHM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 Posts — 24 in the Telegram channel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103120" cy="3657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Kickoff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011680"/>
            <a:ext cx="210312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34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Captain's Call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011680"/>
            <a:ext cx="2103120" cy="3657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5120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Close-out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0" y="2011680"/>
            <a:ext cx="2103120" cy="3657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7406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01200" y="2011680"/>
            <a:ext cx="210312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9692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Drops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80–200 words. One hook. One frame. One comment-magnet question.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usmcmin.org cohort page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block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who it's for, when the next cohort runs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260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grid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3337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doc, workbook, daily PDFs zip, slide deck, heartbeat starter pack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9319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Per-captain. Optional sign-in or magic-link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93776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37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CTA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349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channel — start the bootcamp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(HELD)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Officer Program · co-designed by graduates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is intentionally NOT built yet. Reasons: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Don't engineer 70 days before piloting 35.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Phase 1 graduates co-design Phase 2 (2 Timothy 2:2 in motion).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Solve the Day-35 cliff first with the continuation rhythm.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11247120" cy="182880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251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graduates going further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AI &amp; ML Engineering Professional Certificate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imp.i384100.net/zzyLVG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Professional Certificate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imp.i384100.net/aNOGMb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DAY 35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Continuation Rhythm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1124712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shipped, what slipped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4622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898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6898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6042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Captain-to-captain check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66–90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8076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 live: war stories, one new tactic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6978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925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9254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98398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 · rotating teaching slot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COMMISSIONING ARTIFACT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22960" y="3108960"/>
            <a:ext cx="338328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will (and will not) use AI as a man under God.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3108960"/>
            <a:ext cx="338328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634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workflows I will run weekly going forward.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3108960"/>
            <a:ext cx="338328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3210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will teach next, and by when.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Sign. Date. Post the screenshot.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sent.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"And the things you have heard from me … entrust to faithful men who will be able to teach others."  — 2 Timothy 2:2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Family Captain · usmcmin.org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Captain AI Boot Camp</dc:title>
  <dc:subject>PptxGenJS Presentation</dc:subject>
  <dc:creator>USMC Ministries</dc:creator>
  <cp:lastModifiedBy>USMC Ministries</cp:lastModifiedBy>
  <cp:revision>1</cp:revision>
  <dcterms:created xsi:type="dcterms:W3CDTF">2026-05-12T01:25:39Z</dcterms:created>
  <dcterms:modified xsi:type="dcterms:W3CDTF">2026-05-12T01:25:39Z</dcterms:modified>
</cp:coreProperties>
</file>