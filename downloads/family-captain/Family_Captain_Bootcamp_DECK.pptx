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CAPTAIN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286000" cy="91440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weeks. One plan. Each Captain with Christ at the center.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"Trust in the LORD with all your heart, and lean not on your own understanding."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Proverbs 3:5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bootcamp. It is leadership formation that uses AI as a tool — and refuses to let the tool steer the ship.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brother. Tools serve the home; they never compete with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founder, steward of time. Leverage as a tithe of time, not a brag.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MINISTRY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Captain, servant, multiplier. Train the next captain (2 Timothy 2:2).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weeks. One captain.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8521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0"/>
            <a:ext cx="265176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2237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413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2286000"/>
            <a:ext cx="2651760" cy="54864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1129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1129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2286000"/>
            <a:ext cx="2651760" cy="54864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021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021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021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5197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51976" y="2286000"/>
            <a:ext cx="2651760" cy="54864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8913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8913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064" y="4160520"/>
            <a:ext cx="3611880" cy="54864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9224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88536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88536" y="4160520"/>
            <a:ext cx="3611880" cy="54864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5696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25696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425696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65008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65008" y="4160520"/>
            <a:ext cx="3611880" cy="54864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02168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02168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202168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vision plain. AI drafts; the captain decides where he's going.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AI Charter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5-Year Captain's 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paragraph each: marriage, fathering, body, money, spirit.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Tool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tools from the Compass. One line of purpose each.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Visioning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love. The captain's first crew is one woman.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5-Minute Wife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look at how you've actually been showing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 the captain. The captain shows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to Your Wife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AI polishes grammar. You sign. You hand it over.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Husbanding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up your children. AI assists; the captain disciples.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Questions for the Dinner Table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tonight. Listen. Don't fix.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Family Rhythm Asset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concrete thing on the fridge by Friday.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the kids.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Fathering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with God. The captain's command flows from his communion.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Sermon Notes → Captain's Actions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 from Sunday's sermon. Do one today.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Scripture Study, You Lead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a study partner. Not a commentary. Not a pastor.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Devotion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Friday-night devo, built from Sunday's sermon. 10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Spiritual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the temple. The captain trains the body that carries the load.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Movement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strength + 2x walking. On the calendar. Not a wish.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Meal 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Protein-forward one-week plan. AI drafts. Shopper collaborates.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5-Night Sleep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5 nights. AI summarizes. Fix one variable next week.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Body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of the storehouse. Tithe first, then everything else.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Tithe-First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(10%+) is line one. Everything else fits underneath.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recurring charge. Keep / kill / downgrade.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Plan Starter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Will, beneficiaries, instructions to family. AI drafts. Lawyer signs.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Finances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rests. The crew sees a man who isn't running on fumes.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Sabbath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disconnect protocol. Commit on paper.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 Captain's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 with AI. Pick ONE anchor for next week.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 One Thing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 Watch him do it once.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Captain's Drills.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90-second micro-prompts. One per day. Sundays are Sabbath — drill off.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8521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743200"/>
            <a:ext cx="54864" cy="13716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09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809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2743200"/>
            <a:ext cx="54864" cy="137160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701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5701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5701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6305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2743200"/>
            <a:ext cx="54864" cy="137160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4593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593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5197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976" y="2743200"/>
            <a:ext cx="54864" cy="137160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3485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3485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3485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4297680"/>
            <a:ext cx="54864" cy="137160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4944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88536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88536" y="4297680"/>
            <a:ext cx="54864" cy="137160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71416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71416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471416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65008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5008" y="4297680"/>
            <a:ext cx="54864" cy="137160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47888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47888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47888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· Optional depth track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ARTIFACT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on Week 7. Post the screenshot in the channel. Hand it to the brother you taught.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32918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43200"/>
            <a:ext cx="73152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2743200"/>
            <a:ext cx="53949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 NOT: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4652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0"/>
            <a:ext cx="2286000" cy="73152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what you have heard from me… entrust to faithful men, who will be able to teach others also."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Timothy 2:2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family-captain.html · The Family Captain AI Boot Camp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Family Captain AI Boot Camp — 7-Week Deck</dc:title>
  <dc:subject>PptxGenJS Presentation</dc:subject>
  <dc:creator>The Family Captain</dc:creator>
  <cp:lastModifiedBy>The Family Captain</cp:lastModifiedBy>
  <cp:revision>1</cp:revision>
  <dcterms:created xsi:type="dcterms:W3CDTF">2026-05-14T14:19:02Z</dcterms:created>
  <dcterms:modified xsi:type="dcterms:W3CDTF">2026-05-14T14:19:02Z</dcterms:modified>
</cp:coreProperties>
</file>