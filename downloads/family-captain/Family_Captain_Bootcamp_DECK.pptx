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with: 'This isn't a chatbot bootcamp. We're building a man.' Establish that the goal is leadership formation, not technical AI mastery. Reference the existing 'When I Pass' bootcamp as the format precedent.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Hit hard: 'AI on the bridge as a trusted aide.' Three theaters of operation: home, business, ministry. The captain is the throughline. The mission is leadership formation through disciplined AI use.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These are the seven non-negotiables. Tiered autonomy is the most important — it shows up every week. Drafting vs. execution is the second most important — it's the guardrail that keeps captains from autopiloting.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Cohort cadence: tasks drop Mon/Wed/Fri. Heartbeat posts run alongside. Sundays are off — sabbath posture is part of the discipline.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Tone is everything. The reference bootcamp ('When I Pass') has a brotherly captain voice — direct, gentle, dry humor. The lexicon is already in use by the community. Don't invent new words; use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Week 1 by stressing: this is a charter week. We're building guardrails before we touch the throttle. Most bootcamps skip this — that's why their graduates burn out or autopilot.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Action talk: 25 minutes per task. Three tasks total. The bootcamp post is the home base; tasks live there with comments. Heartbeat posts run alongside.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Week 2 is the highest-leverage week. The morning anchor and tiered autonomy framework will outlast every model in this bootcamp. Reinforce: AI fits inside the rhythm; it does not become the rhythm.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Spend extra time on tiered autonomy — this is the framework that protects captains from drifting into autopilot. Everything in Weeks 4 and 5 builds on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home week is where some captains hesitate. Lean into it. The Family AI Policy is the single highest-impact artifact in the bootcamp because it covenants the home.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Stress: AI prepares the captain. The captain shows up. Don't hide behind the tool. The Family AI Policy is Joshua 24:15 in 2026 form. Frame it as a covenant, not a chore.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Reinforce drafting vs. execution. The hour audit is real but secondary to the sensitivity question: anything touching money, access, or another person's wellbeing stays on the bridge.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Anti-pattern to call out: hours bought back that don't land somewhere meaningful. Make captains say where the hours go: wife, kids, church, neighbor. Leverage is a tithe of time, not a brag.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 week. The multiplication test is the one most captains skip. Don't let them. The chain breaks if Phase 1 graduates don't teach Phase 1.5.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End strong. The Captain's Charter is the commissioning artifact. Make sure cohort hosts collect screenshots — they're the cleanest proxy for completion.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Captain's Drills are optional. They're for depth-seekers. Don't pressure cohort completion of these — they're a bonus track. The 15 main tasks are the spine.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Heartbeat posts are NOT the curriculum. They are the rhythm — the things that drop into the Telegram channel feed alongside the pinned bootcamp index. Every one ends with a question to drive comments in the linked discussion group.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usmcmin.org is the front door, not the curriculum. The page degrades gracefully — read-only display works without a backend. Webhook activates progress tracking once user picks a data store.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 explicit: Phase 2 is held, not built. The certs are recommendations for graduates who want to go further — not requirements for Phase 1 completion. Affiliate links are user-supplied; preserve.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continuation rhythm prevents the Day-35 cliff. Most cohort programs lose 70%+ of graduates inside 90 days. Two heartbeat posts + one live call holds the 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Charter is the bootcamp's deliverable. If a captain doesn't sign and post, you don't have a graduate. Make this visible all 5 weeks; reference it from Week 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commissioning. The cohort is being sent, not graduated. End with the question: who's next?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097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CAPTAIN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737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Boot Camp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 · 15 tasks · one captain · Christ-centered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82296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at the center. The captain in command.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7132320" cy="411480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19456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 Christian husbands, fathers, and leaders to use AI — Claude and Cowork primary — as disciplined adjutants for life at home, in business, and in ministry.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4114800"/>
            <a:ext cx="6400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autopilots. Not toys. AI on the bridge as a trusted aide.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7955280" y="2194560"/>
            <a:ext cx="37490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138160" y="22860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8138160" y="274320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Husband. Father. Brother.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955280" y="3474720"/>
            <a:ext cx="37490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138160" y="35661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138160" y="4023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founder. Steward.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955280" y="4754880"/>
            <a:ext cx="3749040" cy="109728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138160" y="48463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Ministry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8138160" y="530352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Captain. Servant.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26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PRINCIPLES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spine of the bootcamp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6596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23444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first, tools second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3444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week opens and closes in Scripture.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309360" y="196596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309360" y="196596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7086600" y="19202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Tiered autonomy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086600" y="22860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Informational. Contextual. Sensitive.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283464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23444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vs. execution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123444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drafts. The captain decides.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6309360" y="283464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09360" y="283464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7086600" y="278892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 mindset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7086600" y="3154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task ships an artifact.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370332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23444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hype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23444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Reliability and ROI over novelty.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6309360" y="370332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309360" y="370332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7086600" y="365760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600" dirty="0"/>
          </a:p>
        </p:txBody>
      </p:sp>
      <p:sp>
        <p:nvSpPr>
          <p:cNvPr id="28" name="Text 26"/>
          <p:cNvSpPr/>
          <p:nvPr/>
        </p:nvSpPr>
        <p:spPr>
          <a:xfrm>
            <a:off x="708660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457200" y="4572000"/>
            <a:ext cx="640080" cy="640080"/>
          </a:xfrm>
          <a:prstGeom prst="ellipse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57200" y="4572000"/>
            <a:ext cx="6400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234440" y="45262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1234440" y="489204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the next captain.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26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weeks. 15 tasks. One captain.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194560"/>
            <a:ext cx="1124712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05840" y="201168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255264" y="201168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706624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2706624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504688" y="201168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56048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4956048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7754112" y="201168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205472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W4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7205472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10003536" y="201168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454896" y="246888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W5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9454896" y="2834640"/>
            <a:ext cx="21945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457200" y="4114800"/>
            <a:ext cx="3657600" cy="164592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tasks</a:t>
            </a:r>
            <a:endParaRPr lang="en-US" sz="3600" dirty="0"/>
          </a:p>
        </p:txBody>
      </p:sp>
      <p:sp>
        <p:nvSpPr>
          <p:cNvPr id="23" name="Text 21"/>
          <p:cNvSpPr/>
          <p:nvPr/>
        </p:nvSpPr>
        <p:spPr>
          <a:xfrm>
            <a:off x="64008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week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4297680" y="4114800"/>
            <a:ext cx="3657600" cy="164592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48056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20–30 min</a:t>
            </a:r>
            <a:endParaRPr lang="en-US" sz="3600" dirty="0"/>
          </a:p>
        </p:txBody>
      </p:sp>
      <p:sp>
        <p:nvSpPr>
          <p:cNvPr id="26" name="Text 24"/>
          <p:cNvSpPr/>
          <p:nvPr/>
        </p:nvSpPr>
        <p:spPr>
          <a:xfrm>
            <a:off x="448056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task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8138160" y="4114800"/>
            <a:ext cx="3657600" cy="164592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8321040" y="4297680"/>
            <a:ext cx="32918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 drills</a:t>
            </a:r>
            <a:endParaRPr lang="en-US" sz="3600" dirty="0"/>
          </a:p>
        </p:txBody>
      </p:sp>
      <p:sp>
        <p:nvSpPr>
          <p:cNvPr id="29" name="Text 27"/>
          <p:cNvSpPr/>
          <p:nvPr/>
        </p:nvSpPr>
        <p:spPr>
          <a:xfrm>
            <a:off x="8321040" y="5212080"/>
            <a:ext cx="3291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26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 &amp; LEXICON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Brotherly captain-to-captain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5029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Voice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Peer, not preacher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57200" y="2715768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Direct, simple, second person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3099816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Gentle where it matters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7200" y="3483864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Permission for dry humor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7200" y="3867912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Spirit woven, not stacked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57200" y="42519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Comments invite engagement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Lexicon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6400800" y="23317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/ Family Captain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9144000" y="233172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his home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6400800" y="2715768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actions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144000" y="2715768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concrete deeds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400800" y="3099816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/ log / charter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9144000" y="3099816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extending the metaphor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6400800" y="3483864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SACA list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144000" y="3483864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action rhythm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6400800" y="3867912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FPM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9144000" y="3867912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Planning Ministry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00800" y="42519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Imperfect actions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9144000" y="425196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done beats perfect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094415" y="6446520"/>
            <a:ext cx="6400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26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Foundations: The Captain's Mindset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a man uses AI matters more than which model he picks.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AI Charter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Draw the Line — Stewardship vs. Dependence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One-Page Tool Stack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Proverbs 3:5–6 — Trust in the Lord. Lean not on your own understanding (or your tools).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Write Your AI Charter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lines. Saved. Visible.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AI for in your life? What is it not for? Save it. Post one line.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Draw the Line — Stewardship vs. Dependence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replaces nothing the Lord gave you.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3 places AI could replace prayer / Scripture / wise counsel. Write a guardrail for each.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Build Your One-Page Tool Stack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tools max. One line each.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Claude, ChatGPT, Gemini, Grok, Whisper. Empty rows are honest.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Operating System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captain has a daily rhythm. AI runs alongside it, not over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5-Minute Morning Anchor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with Voice (Whisper)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 Your Tasks — Tiered Autonomy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Psalm 90:12 — Teach us to number our days, that we may apply our hearts unto wisdom.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2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OS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5-Minute Morning Anchor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prompt. Used daily.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calendar + 3 priorities + a verse. Output: 5-line plan you can read in 30 seconds.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Capture with Voice — Whisper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80% of your ideas.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3 min → Whisper → Claude pulls 3 actions → send 1 to your wife or a brother.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Tag Your Tasks — Tiered Autonomy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most important framework.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recurring tasks. Tag each: informational / contextual / sensitive. Sensitive never auto-executes.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Husband, Father, Brother: At Home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serve the home. They never compete with it.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 One Hard Conversation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Family Rhythm Asset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Family AI Policy (Together)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Joshua 24:15 — As for me and my house, we will serve the Lord.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3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Home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Prep One Hard Conversation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prepares. The captain shows up.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Claude to clarify and anticipate. Then have the conversation. Phone face-down.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a Family Rhythm Asset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thing on the fridge by Friday.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Meal plan, chore rotation, family devotion track, or kids' reading list. Print it. Stick it.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Family AI Policy (Together)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minutes with your wife. 5 rules.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AI is on / off, what kids see, adults-only zones, never-asked-of-AI. Sign it. Post it.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Business, Ministry &amp; Community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 mode is where leverage lives. Use it carefully.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Buy Back 5 Hours This Month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One Ministry Workflow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Your 3 Best Prompts as Skills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Colossians 3:23 — Whatever you do, work as for the Lord, and not for men.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4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/ Ministry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Buy Back 5 Hours This Month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Drafting only. You press send.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ONE hour/week. Build a Cowork workflow. Constraint: drafts only. No autosend.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Build One Ministry Workflow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Sermon prep, study, outreach, follow-up.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Repeatable workflow you'd use again Sunday. Strip AI fingerprint phrases. Sound like you.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Save Your 3 Best Prompts as Skills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don't rewrite weekly.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Save as Claude Skills, GPTs, or prompts.md. Name them like a captain — clear, terse, useful.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5486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0584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Mastery, Stewardship &amp; Multiplication</a:t>
            </a:r>
            <a:endParaRPr lang="en-US" sz="4400" dirty="0"/>
          </a:p>
        </p:txBody>
      </p:sp>
      <p:sp>
        <p:nvSpPr>
          <p:cNvPr id="5" name="Text 3"/>
          <p:cNvSpPr/>
          <p:nvPr/>
        </p:nvSpPr>
        <p:spPr>
          <a:xfrm>
            <a:off x="822960" y="246888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durable systems. Train the next captain.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1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058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Cost &amp; Trap Audit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4805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634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6634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One Person, This Week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8138160" y="3383280"/>
            <a:ext cx="3383280" cy="237744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321040" y="3520440"/>
            <a:ext cx="3017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3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321040" y="393192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Captain's Charter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22960" y="6035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Timothy 2:2 — Entrust to faithful men who will be able to teach others.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5 · TASKS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Mastery &amp; Multiplication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82880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1005840" y="182880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192024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Run a Cost &amp; Trap Audit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188720" y="233172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tells the truth about priorities.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188720" y="26974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up subscriptions + API. Pick 1 optimization. Run 3 trap tests. Note where the model lied confidently.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7200" y="329184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1005840" y="329184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188720" y="338328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Teach One Person, This Week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188720" y="379476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all of it. One thing. Smallest faithful thing.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1188720" y="41605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 a name. Teach. Make them do it once with you watching. Post their first name in comments.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4754880"/>
            <a:ext cx="457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600" dirty="0"/>
          </a:p>
        </p:txBody>
      </p:sp>
      <p:sp>
        <p:nvSpPr>
          <p:cNvPr id="19" name="Shape 17"/>
          <p:cNvSpPr/>
          <p:nvPr/>
        </p:nvSpPr>
        <p:spPr>
          <a:xfrm>
            <a:off x="1005840" y="4754880"/>
            <a:ext cx="10698480" cy="128016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188720" y="484632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Write Your Captain's Charter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188720" y="5257800"/>
            <a:ext cx="10332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page. Three sections. Sign it.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188720" y="5623560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 · Systems · Multiplication plan. Sign. Date. Post the screenshot. Captain commissioned.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OPTIONAL DEPTH TRACK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Drills — 35 micro-prompts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486400" cy="420624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201168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 each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640080" y="2651760"/>
            <a:ext cx="5120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if your week is full. The drill is the rep, not the workout.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29184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7 drills per week × 5 weeks = 35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36576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Sundays are sabbath — drill off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40233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Tracker grid in the workbook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3891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For depth-seekers only — never required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828800"/>
            <a:ext cx="5303520" cy="420624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583680" y="201168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DRILL EXAMPLE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83680" y="237744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 (Week 1)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583680" y="2926080"/>
            <a:ext cx="493776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"Open three models with the same question. Compare. Pick the one that earned its keep."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6583680" y="5029200"/>
            <a:ext cx="49377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seconds. Done. Onward.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COMMUNITY RHYTHM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 Posts — 24 in the Telegram channel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2011680"/>
            <a:ext cx="2103120" cy="36576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7" name="Text 5"/>
          <p:cNvSpPr/>
          <p:nvPr/>
        </p:nvSpPr>
        <p:spPr>
          <a:xfrm>
            <a:off x="548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Kickoff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743200" y="2011680"/>
            <a:ext cx="210312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0" name="Text 8"/>
          <p:cNvSpPr/>
          <p:nvPr/>
        </p:nvSpPr>
        <p:spPr>
          <a:xfrm>
            <a:off x="2834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Wed Captain's Call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029200" y="2011680"/>
            <a:ext cx="2103120" cy="3657600"/>
          </a:xfrm>
          <a:prstGeom prst="rect">
            <a:avLst/>
          </a:prstGeom>
          <a:solidFill>
            <a:srgbClr val="84B59F"/>
          </a:solidFill>
          <a:ln w="12700">
            <a:solidFill>
              <a:srgbClr val="84B59F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3" name="Text 11"/>
          <p:cNvSpPr/>
          <p:nvPr/>
        </p:nvSpPr>
        <p:spPr>
          <a:xfrm>
            <a:off x="5120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Friday Close-out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0" y="2011680"/>
            <a:ext cx="2103120" cy="36576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6000" dirty="0"/>
          </a:p>
        </p:txBody>
      </p:sp>
      <p:sp>
        <p:nvSpPr>
          <p:cNvPr id="16" name="Text 14"/>
          <p:cNvSpPr/>
          <p:nvPr/>
        </p:nvSpPr>
        <p:spPr>
          <a:xfrm>
            <a:off x="7406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Scripture Anchor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9601200" y="2011680"/>
            <a:ext cx="2103120" cy="3657600"/>
          </a:xfrm>
          <a:prstGeom prst="rect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2194560"/>
            <a:ext cx="210312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6000" dirty="0"/>
          </a:p>
        </p:txBody>
      </p:sp>
      <p:sp>
        <p:nvSpPr>
          <p:cNvPr id="19" name="Text 17"/>
          <p:cNvSpPr/>
          <p:nvPr/>
        </p:nvSpPr>
        <p:spPr>
          <a:xfrm>
            <a:off x="9692640" y="3566160"/>
            <a:ext cx="19202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Bonus Drops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5760720"/>
            <a:ext cx="11247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80–200 words. One hook. One frame. One comment-magnet question.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DOOR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usmcmin.org cohort page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1920240"/>
            <a:ext cx="365760" cy="8686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192024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block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2331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is, who it's for, when the next cohort runs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2926080"/>
            <a:ext cx="365760" cy="8686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292608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Downloads grid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005840" y="333756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Master doc, workbook, daily PDFs zip, slide deck, heartbeat starter pack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57200" y="3931920"/>
            <a:ext cx="365760" cy="8686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005840" y="393192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tracker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005840" y="4343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Per-captain. Optional sign-in or magic-link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457200" y="4937760"/>
            <a:ext cx="365760" cy="86868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37760"/>
            <a:ext cx="10515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Telegram CTA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05840" y="5349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 the channel — start the bootcamp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(HELD)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Officer Program · co-designed by graduates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182880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is intentionally NOT built yet. Reasons: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377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Don't engineer 70 days before piloting 35.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27432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Phase 1 graduates co-design Phase 2 (2 Timothy 2:2 in motion).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Solve the Day-35 cliff first with the continuation rhythm.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57200" y="4114800"/>
            <a:ext cx="11247120" cy="1828800"/>
          </a:xfrm>
          <a:prstGeom prst="rect">
            <a:avLst/>
          </a:prstGeom>
          <a:solidFill>
            <a:srgbClr val="F8F6F2"/>
          </a:solidFill>
          <a:ln w="12700">
            <a:solidFill>
              <a:srgbClr val="EEEE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4251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for graduates going further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40080" y="46634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AI &amp; ML Engineering Professional Certificate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40080" y="49834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imp.i384100.net/zzyLVG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40080" y="53492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AI Professional Certificate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40080" y="566928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imp.i384100.net/aNOGMb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411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DAY 35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457200" y="777240"/>
            <a:ext cx="109728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90-Day Continuation Rhythm</a:t>
            </a:r>
            <a:endParaRPr lang="en-US" sz="4000" dirty="0"/>
          </a:p>
        </p:txBody>
      </p:sp>
      <p:sp>
        <p:nvSpPr>
          <p:cNvPr id="5" name="Shape 3"/>
          <p:cNvSpPr/>
          <p:nvPr/>
        </p:nvSpPr>
        <p:spPr>
          <a:xfrm>
            <a:off x="457200" y="3200400"/>
            <a:ext cx="11247120" cy="54864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234440" y="301752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45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shipped, what slipped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046220" y="301752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898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60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26898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Heartbeat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336042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Captain-to-captain check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0" y="301752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8076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66–90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08076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617220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60-min live: war stories, one new tactic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9669780" y="3017520"/>
            <a:ext cx="365760" cy="365760"/>
          </a:xfrm>
          <a:prstGeom prst="ellipse">
            <a:avLst/>
          </a:prstGeom>
          <a:solidFill>
            <a:srgbClr val="1E2761"/>
          </a:solidFill>
          <a:ln w="12700">
            <a:solidFill>
              <a:srgbClr val="1E276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92540" y="219456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Quarterly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8892540" y="365760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Always-on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8983980" y="4114800"/>
            <a:ext cx="25603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call · rotating teaching slot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57200" y="64465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usmcmin.org</a:t>
            </a:r>
            <a:endParaRPr lang="en-US" sz="10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64008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COMMISSIONING ARTIFACT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822960" y="1097280"/>
            <a:ext cx="109728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Captain's Charter</a:t>
            </a:r>
            <a:endParaRPr lang="en-US" sz="5600" dirty="0"/>
          </a:p>
        </p:txBody>
      </p:sp>
      <p:sp>
        <p:nvSpPr>
          <p:cNvPr id="5" name="Shape 3"/>
          <p:cNvSpPr/>
          <p:nvPr/>
        </p:nvSpPr>
        <p:spPr>
          <a:xfrm>
            <a:off x="822960" y="3108960"/>
            <a:ext cx="3383280" cy="256032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Posture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 will (and will not) use AI as a man under God.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480560" y="3108960"/>
            <a:ext cx="3383280" cy="256032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634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46634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workflows I will run weekly going forward.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8138160" y="3108960"/>
            <a:ext cx="3383280" cy="2560320"/>
          </a:xfrm>
          <a:prstGeom prst="rect">
            <a:avLst/>
          </a:prstGeom>
          <a:solidFill>
            <a:srgbClr val="0F1737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21040" y="32461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B850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Multiplication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8321040" y="3749040"/>
            <a:ext cx="30175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I will teach next, and by when.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594360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Sign. Date. Post the screenshot.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6858000"/>
          </a:xfrm>
          <a:prstGeom prst="rect">
            <a:avLst/>
          </a:prstGeom>
          <a:solidFill>
            <a:srgbClr val="B85042"/>
          </a:solidFill>
          <a:ln w="12700">
            <a:solidFill>
              <a:srgbClr val="B85042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22960" y="13716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COMMISSIONED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Captain sent.</a:t>
            </a:r>
            <a:endParaRPr lang="en-US" sz="7200" dirty="0"/>
          </a:p>
        </p:txBody>
      </p:sp>
      <p:sp>
        <p:nvSpPr>
          <p:cNvPr id="5" name="Text 3"/>
          <p:cNvSpPr/>
          <p:nvPr/>
        </p:nvSpPr>
        <p:spPr>
          <a:xfrm>
            <a:off x="822960" y="41148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"And the things you have heard from me … entrust to faithful men who will be able to teach others."  — 2 Timothy 2:2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822960" y="59436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USMC Ministries · Family Captain · usmcmin.org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Family Captain AI Boot Camp</dc:title>
  <dc:subject>PptxGenJS Presentation</dc:subject>
  <dc:creator>USMC Ministries</dc:creator>
  <cp:lastModifiedBy>USMC Ministries</cp:lastModifiedBy>
  <cp:revision>1</cp:revision>
  <dcterms:created xsi:type="dcterms:W3CDTF">2026-05-08T23:23:58Z</dcterms:created>
  <dcterms:modified xsi:type="dcterms:W3CDTF">2026-05-08T23:23:58Z</dcterms:modified>
</cp:coreProperties>
</file>